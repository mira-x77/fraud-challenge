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FF88"/>
                </a:solidFill>
              </a:defRPr>
            </a:pPr>
            <a:r>
              <a:t>FraudShield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Hackathon INTELO2026 — Détection de fraude financière</a:t>
            </a:r>
          </a:p>
          <a:p>
            <a:pPr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Mira-x77 · LBS × Cursor</a:t>
            </a:r>
          </a:p>
          <a:p>
            <a:pPr>
              <a:spcAft>
                <a:spcPts val="600"/>
              </a:spcAft>
              <a:defRPr sz="1800">
                <a:solidFill>
                  <a:srgbClr val="F0F0F0"/>
                </a:solidFill>
              </a:defRPr>
            </a:pPr>
            <a:r>
              <a:t>11/11 tests publics · CI verte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2844"/>
                </a:solidFill>
              </a:defRPr>
            </a:pPr>
            <a:r>
              <a:t>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Analyser des transactions bancaires en lot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Détecter la fraude sans bloquer les clients honnêtes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Expliquer chaque alerte (score + raison)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Deux livrables :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  • fraud_detection.py → noté par robot (CI)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  • app.py → démonstration jury (interface HUD)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2844"/>
                </a:solidFill>
              </a:defRPr>
            </a:pPr>
            <a:r>
              <a:t>Architecture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fraud_detection.py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  • detect_fraud(transactions) — fonction pure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  • 7 vecteurs de fraude + fusion de scores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  • Jamais de crash sur données imparfaites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app.py (Streamlit)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  • render_interface() — dashboard broadcast HUD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  • 3 écrans : accueil → chargement → résultats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  • CSS injecté + st.html pour rendu fiable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2844"/>
                </a:solidFill>
              </a:defRPr>
            </a:pPr>
            <a:r>
              <a:t>Moteur de détection — 7 signaux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1. CNP — carte absente + montant élevé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2. Vélocité — &gt;5 txns en 60 secondes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3. Géo — impossibilité (Haversine / 900 km/h)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4. ATO — nouveau commerçant + montant suspect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5. Remboursements — 3+ montants négatifs / 24h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6. Structuration — montants sous seuils réglementaires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7. Doublons — même paiement en &lt; 5 min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Score : min(1.0, max(signaux) + 0.05×(N−1))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Alerte si score ≥ 0.5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FF88"/>
                </a:solidFill>
              </a:defRPr>
            </a:pPr>
            <a:r>
              <a:t>Écran 1 — Accueil (idle)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AAAA"/>
                </a:solidFill>
              </a:defRPr>
            </a:pPr>
            <a:r>
              <a:t>Globe central · bouton ANALYSER · ticker binaire live</a:t>
            </a:r>
          </a:p>
        </p:txBody>
      </p:sp>
      <p:pic>
        <p:nvPicPr>
          <p:cNvPr id="4" name="Picture 3" descr="01_id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8412480" cy="92339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_id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4114800" cy="45165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20040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2844"/>
                </a:solidFill>
              </a:defRPr>
            </a:pPr>
            <a:r>
              <a:t>Écran 1 — Ce qu'il montre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42062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État d'attente avant analyse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Globe 3D animé + orbites radar (CSS @keyframes)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Ticker binaire défilant = effet « données live »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Bouton ANALYSER au-dessus du globe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Comment : app.py + assets/globe.png + CSS injecté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2844"/>
                </a:solidFill>
              </a:defRPr>
            </a:pPr>
            <a:r>
              <a:t>Écran 2 — Chargement (~3 sec)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Animation cyberpunk plein écran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Anneaux rotatifs + texte glitch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Barre de progression + flux binaire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Pendant ce temps : detect_fraud() s'exécute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Implémentation :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  • session_state.phase = loading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  • HTML/CSS animations (pas de GIF externe)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  • time.sleep(2.8) puis passage à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FF88"/>
                </a:solidFill>
              </a:defRPr>
            </a:pPr>
            <a:r>
              <a:t>Écran 3 — Résultats broadcast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AAAA"/>
                </a:solidFill>
              </a:defRPr>
            </a:pPr>
            <a:r>
              <a:t>KPIs · globe · fil d'alertes · graphiques HUD</a:t>
            </a:r>
          </a:p>
        </p:txBody>
      </p:sp>
      <p:pic>
        <p:nvPicPr>
          <p:cNvPr id="4" name="Picture 3" descr="03_result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8412480" cy="60562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2_result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4114800" cy="29622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20040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2844"/>
                </a:solidFill>
              </a:defRPr>
            </a:pPr>
            <a:r>
              <a:t>Écran 3 — Ce qu'il montre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42062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4 KPIs : transactions, alertes, sûres, capital protégé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Fil d'alertes COMPLET (T-004 + T-020 avec raisons)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Graphiques HUD intégrés (pas de charts Streamlit bleus)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Globe « GLOBAL SCAN » + ticker live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Thème vert = mode résultats (broadcast monitoring actif)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2844"/>
                </a:solidFill>
              </a:defRPr>
            </a:pPr>
            <a:r>
              <a:t>Les 2 fraudes détectées (exemple)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T-004 · score 1.0 · CARTE BLOQUÉE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  • Client U1 dépense ~50€ habituellement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  • 4800€ en ligne, carte absente, nouveau commerçant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  • CNP + montant anormal + ATO combinés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T-020 · score 0.95 · CARTE BLOQUÉE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  • Montant négatif (-30€)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  • Règle niveau 1 : donnée invalide / remboursement suspect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FF88"/>
                </a:solidFill>
              </a:defRPr>
            </a:pPr>
            <a:r>
              <a:t>Panneau enquêteur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AAAA"/>
                </a:solidFill>
              </a:defRPr>
            </a:pPr>
            <a:r>
              <a:t>Détails complets · historique client · expanders T-004 / T-020</a:t>
            </a:r>
          </a:p>
        </p:txBody>
      </p:sp>
      <p:pic>
        <p:nvPicPr>
          <p:cNvPr id="4" name="Picture 3" descr="04_investig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8412480" cy="60562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4_investig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4114800" cy="29622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20040"/>
            <a:ext cx="4389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2844"/>
                </a:solidFill>
              </a:defRPr>
            </a:pPr>
            <a:r>
              <a:t>Enquêteur — comment c'est fait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420624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Table HUD custom (HTML) — raisons non tronquées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Expanders par transaction signalée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Détails clé/valeur avec montants négatifs en rouge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Historique complet du client dans le lot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Objectif jury : comprendre POURQUOI sans lire le code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2844"/>
                </a:solidFill>
              </a:defRPr>
            </a:pPr>
            <a:r>
              <a:t>Résultats &amp; démo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✅ 11/11 tests publics (CI verte)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✅ PR soumise : Mira-x77/fraud-challenge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✅ Interface full-screen broadcast HUD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Lancer la démo :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  pip install -r requirements.txt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  streamlit run app.py</a:t>
            </a: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0F0F0"/>
                </a:solidFill>
              </a:defRPr>
            </a:pPr>
            <a:r>
              <a:t>Merci ·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